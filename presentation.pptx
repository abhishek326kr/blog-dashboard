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11731D-475C-4316-8171-CBD2FD39B975}" v="31" dt="2025-03-01T10:46:27.114"/>
    <p1510:client id="{95AB8B8C-33D9-485C-A284-26AA3EF3BAB6}" v="74" dt="2025-03-01T10:53:09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fabric with white text&#10;&#10;AI-generated content may be incorrect.">
            <a:extLst>
              <a:ext uri="{FF2B5EF4-FFF2-40B4-BE49-F238E27FC236}">
                <a16:creationId xmlns:a16="http://schemas.microsoft.com/office/drawing/2014/main" id="{68407CCB-6633-4634-4974-2243A5A77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44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EE8E64A3-7B9C-23C7-D9A1-F57D464C7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10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7EFCDF-01BF-9CA6-F911-B5D402BA0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0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arge billboard in front of a tall building&#10;&#10;AI-generated content may be incorrect.">
            <a:extLst>
              <a:ext uri="{FF2B5EF4-FFF2-40B4-BE49-F238E27FC236}">
                <a16:creationId xmlns:a16="http://schemas.microsoft.com/office/drawing/2014/main" id="{F6A061C5-5872-559E-55AC-58A0E716E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7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&amp;#39;s future&#10;&#10;AI-generated content may be incorrect.">
            <a:extLst>
              <a:ext uri="{FF2B5EF4-FFF2-40B4-BE49-F238E27FC236}">
                <a16:creationId xmlns:a16="http://schemas.microsoft.com/office/drawing/2014/main" id="{35A29392-A4AC-42CF-E413-0B7A0343F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0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a white arrow&#10;&#10;AI-generated content may be incorrect.">
            <a:extLst>
              <a:ext uri="{FF2B5EF4-FFF2-40B4-BE49-F238E27FC236}">
                <a16:creationId xmlns:a16="http://schemas.microsoft.com/office/drawing/2014/main" id="{6DBFF8D6-297A-08DC-3DC7-9CBA56C8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7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company&amp;#39;s logo&#10;&#10;AI-generated content may be incorrect.">
            <a:extLst>
              <a:ext uri="{FF2B5EF4-FFF2-40B4-BE49-F238E27FC236}">
                <a16:creationId xmlns:a16="http://schemas.microsoft.com/office/drawing/2014/main" id="{C96AC00B-3A3D-663A-4D3D-6FC8E14B1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7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C38286-0D6E-AB68-F2EE-9663401FD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22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nference room with a table and chairs&#10;&#10;AI-generated content may be incorrect.">
            <a:extLst>
              <a:ext uri="{FF2B5EF4-FFF2-40B4-BE49-F238E27FC236}">
                <a16:creationId xmlns:a16="http://schemas.microsoft.com/office/drawing/2014/main" id="{0C814CC5-FC96-982B-A9C8-DCA8C8CE2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43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8FBF73-897D-31DE-C125-6099006A3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94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F46499-5094-0929-048B-9C740B228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43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442CFA99-6A63-BED8-0786-375C7246A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93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EE58FD-3A3E-F821-19EA-71284C4DA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13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056286-6BE9-7913-820C-95F95233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09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candlesticks and text&#10;&#10;AI-generated content may be incorrect.">
            <a:extLst>
              <a:ext uri="{FF2B5EF4-FFF2-40B4-BE49-F238E27FC236}">
                <a16:creationId xmlns:a16="http://schemas.microsoft.com/office/drawing/2014/main" id="{87AD9F98-F1D0-1390-16CA-5A7703F0B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13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bull with white text&#10;&#10;AI-generated content may be incorrect.">
            <a:extLst>
              <a:ext uri="{FF2B5EF4-FFF2-40B4-BE49-F238E27FC236}">
                <a16:creationId xmlns:a16="http://schemas.microsoft.com/office/drawing/2014/main" id="{25C7D7E2-617E-4DE6-C78D-84B482D5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1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C3BE2F-0FEE-AF30-E90E-EF47656B5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24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website&#10;&#10;AI-generated content may be incorrect.">
            <a:extLst>
              <a:ext uri="{FF2B5EF4-FFF2-40B4-BE49-F238E27FC236}">
                <a16:creationId xmlns:a16="http://schemas.microsoft.com/office/drawing/2014/main" id="{72236B16-05DA-9ED2-FB63-9E8B08F1B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20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EAF39A5A-62ED-EEA1-9A73-B9507EA3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56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C4D541-FC1B-E1A4-ADCD-3873A83E7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94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A0F30A-A5A7-7BC7-FCB7-8CF3429E2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15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ertificate of appreciation&#10;&#10;AI-generated content may be incorrect.">
            <a:extLst>
              <a:ext uri="{FF2B5EF4-FFF2-40B4-BE49-F238E27FC236}">
                <a16:creationId xmlns:a16="http://schemas.microsoft.com/office/drawing/2014/main" id="{C7AE7C91-95E6-6220-E4A1-0FEFECF4F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66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fabric with white text&#10;&#10;AI-generated content may be incorrect.">
            <a:extLst>
              <a:ext uri="{FF2B5EF4-FFF2-40B4-BE49-F238E27FC236}">
                <a16:creationId xmlns:a16="http://schemas.microsoft.com/office/drawing/2014/main" id="{3B6345D7-D17C-C2D5-CA68-D9E21ECC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90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business card&#10;&#10;AI-generated content may be incorrect.">
            <a:extLst>
              <a:ext uri="{FF2B5EF4-FFF2-40B4-BE49-F238E27FC236}">
                <a16:creationId xmlns:a16="http://schemas.microsoft.com/office/drawing/2014/main" id="{64A682A7-B701-1542-1F3D-C9CCA4F18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9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</cp:revision>
  <dcterms:created xsi:type="dcterms:W3CDTF">2025-03-01T10:43:36Z</dcterms:created>
  <dcterms:modified xsi:type="dcterms:W3CDTF">2025-03-01T10:53:24Z</dcterms:modified>
</cp:coreProperties>
</file>